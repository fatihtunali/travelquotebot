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5273" y="1709738"/>
            <a:ext cx="435345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Quote Bot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26849" y="2519363"/>
            <a:ext cx="42901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Travel Quotes in Minutes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892283" y="3195638"/>
            <a:ext cx="33592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Request to Quote - Effortlessly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044476"/>
            <a:ext cx="8128099" cy="717352"/>
          </a:xfrm>
          <a:prstGeom prst="roundRect">
            <a:avLst>
              <a:gd name="adj" fmla="val 14163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1851" y="1298377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operators spend 2-4 HOURS creating each travel quote manually using spreadsheets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2015728"/>
            <a:ext cx="2540050" cy="949226"/>
          </a:xfrm>
          <a:prstGeom prst="roundRect">
            <a:avLst>
              <a:gd name="adj" fmla="val 10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2015728"/>
            <a:ext cx="0" cy="94922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4961" y="2206228"/>
            <a:ext cx="21536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hrs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24961" y="2622054"/>
            <a:ext cx="2153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quote creation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01901" y="2015728"/>
            <a:ext cx="2540050" cy="949226"/>
          </a:xfrm>
          <a:prstGeom prst="roundRect">
            <a:avLst>
              <a:gd name="adj" fmla="val 10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25713" y="2015728"/>
            <a:ext cx="0" cy="94922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8912" y="2206228"/>
            <a:ext cx="21536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18912" y="2622054"/>
            <a:ext cx="2153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items to check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5851" y="2015728"/>
            <a:ext cx="2540050" cy="949226"/>
          </a:xfrm>
          <a:prstGeom prst="roundRect">
            <a:avLst>
              <a:gd name="adj" fmla="val 10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19664" y="2015728"/>
            <a:ext cx="0" cy="94922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2862" y="2206228"/>
            <a:ext cx="21536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12862" y="2622054"/>
            <a:ext cx="2153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risk in calculations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81075"/>
            <a:ext cx="8128099" cy="590550"/>
          </a:xfrm>
          <a:prstGeom prst="roundRect">
            <a:avLst>
              <a:gd name="adj" fmla="val 17204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8450" y="1171575"/>
            <a:ext cx="79020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complete itineraries with real-time pricing in MINUTES, not hours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762125"/>
            <a:ext cx="3987850" cy="682526"/>
          </a:xfrm>
          <a:prstGeom prst="roundRect">
            <a:avLst>
              <a:gd name="adj" fmla="val 111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914525"/>
            <a:ext cx="37567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Generation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350" y="2149376"/>
            <a:ext cx="3756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creates personalized day-by-day itineraries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48200" y="1762125"/>
            <a:ext cx="3987850" cy="682526"/>
          </a:xfrm>
          <a:prstGeom prst="roundRect">
            <a:avLst>
              <a:gd name="adj" fmla="val 111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00600" y="1914525"/>
            <a:ext cx="37567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Pricing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149376"/>
            <a:ext cx="3756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pricing from your database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597051"/>
            <a:ext cx="3987850" cy="682526"/>
          </a:xfrm>
          <a:prstGeom prst="roundRect">
            <a:avLst>
              <a:gd name="adj" fmla="val 111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2749451"/>
            <a:ext cx="37567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PDFs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350" y="2984302"/>
            <a:ext cx="3756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proposals ready to send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8200" y="2597051"/>
            <a:ext cx="3987850" cy="682526"/>
          </a:xfrm>
          <a:prstGeom prst="roundRect">
            <a:avLst>
              <a:gd name="adj" fmla="val 111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2749451"/>
            <a:ext cx="37567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Ready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984302"/>
            <a:ext cx="3756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brand, your platform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Travel Quote Bot?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044476"/>
            <a:ext cx="2582317" cy="1679228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7950" y="1068288"/>
            <a:ext cx="2582317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8450" y="1282601"/>
            <a:ext cx="2245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Operators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8450" y="1593652"/>
            <a:ext cx="22453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users who manage pricing and generate quotes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450" y="1980902"/>
            <a:ext cx="2201317" cy="5015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custom quotes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pricing data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bookings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80767" y="1044476"/>
            <a:ext cx="2582317" cy="1679228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0767" y="1068288"/>
            <a:ext cx="2582317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1267" y="1282601"/>
            <a:ext cx="2245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Agents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1267" y="1593652"/>
            <a:ext cx="22453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who source bookings with commission tracking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1267" y="1980902"/>
            <a:ext cx="2201317" cy="5015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quotes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commissions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performance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53584" y="1044476"/>
            <a:ext cx="2582317" cy="1679228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53584" y="1068288"/>
            <a:ext cx="2582317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4084" y="1282601"/>
            <a:ext cx="2245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4084" y="1593652"/>
            <a:ext cx="22453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users who receive beautiful travel proposals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44084" y="1980902"/>
            <a:ext cx="2201317" cy="5015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quotes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itineraries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bookings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44401" y="879425"/>
            <a:ext cx="1721048" cy="1145977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52525" y="10318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76082" y="112707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2638" y="1438126"/>
            <a:ext cx="14445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Trip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2638" y="1644402"/>
            <a:ext cx="14445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destinations, dates, preferences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66950" y="130477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22500" y="879425"/>
            <a:ext cx="1721048" cy="1145977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0625" y="10318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54182" y="112707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60738" y="1438126"/>
            <a:ext cx="14445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60738" y="1644402"/>
            <a:ext cx="14445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itinerary created instantly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45050" y="130477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879425"/>
            <a:ext cx="1721048" cy="1145977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8724" y="10318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32281" y="112707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8838" y="1438126"/>
            <a:ext cx="14445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8838" y="1644402"/>
            <a:ext cx="14445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day-by-day plan with pricing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23149" y="130477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78700" y="879425"/>
            <a:ext cx="1721048" cy="1145977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86824" y="10318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10381" y="112707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16937" y="1438126"/>
            <a:ext cx="14445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6937" y="1644402"/>
            <a:ext cx="14445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or request booking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Creates Your Itinerary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44401" y="879425"/>
            <a:ext cx="2987129" cy="1866454"/>
          </a:xfrm>
          <a:prstGeom prst="roundRect">
            <a:avLst>
              <a:gd name="adj" fmla="val 408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1031825"/>
            <a:ext cx="27359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6801" y="1304776"/>
            <a:ext cx="2682329" cy="105385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cities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dates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size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preference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type (Group/Private)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requests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45932" y="1133326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71231" y="879425"/>
            <a:ext cx="4328368" cy="1866454"/>
          </a:xfrm>
          <a:prstGeom prst="roundRect">
            <a:avLst>
              <a:gd name="adj" fmla="val 408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23631" y="1031825"/>
            <a:ext cx="4104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3631" y="1304776"/>
            <a:ext cx="4023568" cy="123795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Day-by-day narrative descriptions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hotels for your budget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tours and activities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 between cities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recommendations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pricing breakdown</a:t>
            </a:r>
            <a:endParaRPr lang="en-US" sz="900" dirty="0"/>
          </a:p>
          <a:p>
            <a:pPr algn="l" marL="95250" indent="-9525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person calculation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Pricing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44401" y="879425"/>
            <a:ext cx="1962150" cy="60945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44401" y="1469827"/>
            <a:ext cx="19621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9089" y="1006376"/>
            <a:ext cx="1612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089" y="1209526"/>
            <a:ext cx="1612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season, room type, meal plan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33501" y="879425"/>
            <a:ext cx="1962150" cy="60945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33501" y="1469827"/>
            <a:ext cx="19621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8190" y="1006376"/>
            <a:ext cx="1612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08190" y="1209526"/>
            <a:ext cx="1612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or Private, by size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22602" y="879425"/>
            <a:ext cx="1962150" cy="60945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22602" y="1469827"/>
            <a:ext cx="19621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7290" y="1006376"/>
            <a:ext cx="1612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97290" y="1209526"/>
            <a:ext cx="1612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type and duration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11702" y="879425"/>
            <a:ext cx="1962150" cy="60945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711702" y="1469827"/>
            <a:ext cx="19621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6390" y="1006376"/>
            <a:ext cx="1612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86390" y="1209526"/>
            <a:ext cx="1612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and intercity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4401" y="1615827"/>
            <a:ext cx="1962150" cy="60945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4401" y="2206228"/>
            <a:ext cx="19621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89" y="1742777"/>
            <a:ext cx="1612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089" y="1945928"/>
            <a:ext cx="1612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city and language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33501" y="1615827"/>
            <a:ext cx="1962150" cy="60945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533501" y="2206228"/>
            <a:ext cx="19621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08190" y="1742777"/>
            <a:ext cx="1612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Fees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08190" y="1945928"/>
            <a:ext cx="1612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Museums and sites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22602" y="1615827"/>
            <a:ext cx="1962150" cy="60945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22602" y="2206228"/>
            <a:ext cx="19621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7290" y="1742777"/>
            <a:ext cx="1612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97290" y="1945928"/>
            <a:ext cx="1612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by city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11702" y="1615827"/>
            <a:ext cx="1962150" cy="60945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711702" y="2206228"/>
            <a:ext cx="19621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6390" y="1742777"/>
            <a:ext cx="1612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86390" y="1945928"/>
            <a:ext cx="1612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Parking, tips, tolls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4401" y="2352229"/>
            <a:ext cx="8255198" cy="396776"/>
          </a:xfrm>
          <a:prstGeom prst="roundRect">
            <a:avLst>
              <a:gd name="adj" fmla="val 1920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56159" y="2479179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pricing is seasonal - AI automatically selects correct prices based on travel dates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Dashboard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44401" y="879425"/>
            <a:ext cx="4051399" cy="590401"/>
          </a:xfrm>
          <a:prstGeom prst="roundRect">
            <a:avLst>
              <a:gd name="adj" fmla="val 129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63451" y="879425"/>
            <a:ext cx="0" cy="59040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451" y="1006376"/>
            <a:ext cx="3834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451" y="1209526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edit, and send quotes to customers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4401" y="1571327"/>
            <a:ext cx="4051399" cy="590401"/>
          </a:xfrm>
          <a:prstGeom prst="roundRect">
            <a:avLst>
              <a:gd name="adj" fmla="val 129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451" y="1571327"/>
            <a:ext cx="0" cy="59040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451" y="1698278"/>
            <a:ext cx="3834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1901428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view to track bookings from draft to completed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4401" y="2263229"/>
            <a:ext cx="4051399" cy="590401"/>
          </a:xfrm>
          <a:prstGeom prst="roundRect">
            <a:avLst>
              <a:gd name="adj" fmla="val 129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3451" y="2263229"/>
            <a:ext cx="0" cy="59040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451" y="2390180"/>
            <a:ext cx="3834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Requests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451" y="2593330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incoming quote requests from website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8200" y="879425"/>
            <a:ext cx="4051399" cy="590401"/>
          </a:xfrm>
          <a:prstGeom prst="roundRect">
            <a:avLst>
              <a:gd name="adj" fmla="val 129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879425"/>
            <a:ext cx="0" cy="59040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3250" y="1006376"/>
            <a:ext cx="3834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13250" y="1209526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all 8 pricing categories with Excel import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8200" y="1571327"/>
            <a:ext cx="4051399" cy="590401"/>
          </a:xfrm>
          <a:prstGeom prst="roundRect">
            <a:avLst>
              <a:gd name="adj" fmla="val 129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1571327"/>
            <a:ext cx="0" cy="59040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3250" y="1698278"/>
            <a:ext cx="3834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3250" y="1901428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trends, popular destinations, conversion rates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48200" y="2263229"/>
            <a:ext cx="4051399" cy="590401"/>
          </a:xfrm>
          <a:prstGeom prst="roundRect">
            <a:avLst>
              <a:gd name="adj" fmla="val 129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7250" y="2263229"/>
            <a:ext cx="0" cy="59040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3250" y="2390180"/>
            <a:ext cx="3834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and Agents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3250" y="2593330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staff and track agent commissions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44401" y="879425"/>
            <a:ext cx="1366540" cy="644426"/>
          </a:xfrm>
          <a:prstGeom prst="roundRect">
            <a:avLst>
              <a:gd name="adj" fmla="val 118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0225" y="1006376"/>
            <a:ext cx="11348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0225" y="1200001"/>
            <a:ext cx="11348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created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87141" y="1082576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66640" y="879425"/>
            <a:ext cx="1366540" cy="644426"/>
          </a:xfrm>
          <a:prstGeom prst="roundRect">
            <a:avLst>
              <a:gd name="adj" fmla="val 118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2464" y="1006376"/>
            <a:ext cx="11348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2464" y="1200001"/>
            <a:ext cx="11348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agreed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09380" y="1082576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88879" y="879425"/>
            <a:ext cx="1366540" cy="644426"/>
          </a:xfrm>
          <a:prstGeom prst="roundRect">
            <a:avLst>
              <a:gd name="adj" fmla="val 118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4703" y="1006376"/>
            <a:ext cx="11348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04703" y="1200001"/>
            <a:ext cx="11348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payment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31619" y="1082576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11118" y="879425"/>
            <a:ext cx="1366540" cy="644426"/>
          </a:xfrm>
          <a:prstGeom prst="roundRect">
            <a:avLst>
              <a:gd name="adj" fmla="val 118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26942" y="1006376"/>
            <a:ext cx="11348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26942" y="1200001"/>
            <a:ext cx="11348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payment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53858" y="1082576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33357" y="879425"/>
            <a:ext cx="1366540" cy="644426"/>
          </a:xfrm>
          <a:prstGeom prst="roundRect">
            <a:avLst>
              <a:gd name="adj" fmla="val 118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49181" y="1006376"/>
            <a:ext cx="11348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49181" y="1200001"/>
            <a:ext cx="11348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finished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Travel Quote Bot?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44401" y="879425"/>
            <a:ext cx="2650182" cy="1320701"/>
          </a:xfrm>
          <a:prstGeom prst="roundRect">
            <a:avLst>
              <a:gd name="adj" fmla="val 7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44401" y="903238"/>
            <a:ext cx="2650182" cy="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209" y="1117550"/>
            <a:ext cx="231456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209" y="1628626"/>
            <a:ext cx="23145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209" y="1876276"/>
            <a:ext cx="2314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instead of hours per quote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983" y="879425"/>
            <a:ext cx="2650182" cy="1320701"/>
          </a:xfrm>
          <a:prstGeom prst="roundRect">
            <a:avLst>
              <a:gd name="adj" fmla="val 7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46983" y="903238"/>
            <a:ext cx="2650182" cy="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4791" y="1117550"/>
            <a:ext cx="231456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14791" y="1628626"/>
            <a:ext cx="23145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Errors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4791" y="1876276"/>
            <a:ext cx="2314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calculations from database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49566" y="879425"/>
            <a:ext cx="2650182" cy="1320701"/>
          </a:xfrm>
          <a:prstGeom prst="roundRect">
            <a:avLst>
              <a:gd name="adj" fmla="val 7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49566" y="903238"/>
            <a:ext cx="2650182" cy="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374" y="1117550"/>
            <a:ext cx="231456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374" y="1628626"/>
            <a:ext cx="23145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374" y="1876276"/>
            <a:ext cx="2314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branded proposals every time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751" y="1209824"/>
            <a:ext cx="712449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 Business?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240012" y="1930450"/>
            <a:ext cx="4663827" cy="2003227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11483" y="2184350"/>
            <a:ext cx="37208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6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quotes in minutes, not hours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11483" y="2612975"/>
            <a:ext cx="37208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6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pricing automation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11483" y="3041600"/>
            <a:ext cx="37208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6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Beautiful, professional proposals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11483" y="3470225"/>
            <a:ext cx="37208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brand. Your platform. Powered by AI.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Quote Bot - System Overview</dc:title>
  <dc:subject>How Travel Quote Bot Works</dc:subject>
  <dc:creator>Travel Quote Bot</dc:creator>
  <cp:lastModifiedBy>Travel Quote Bot</cp:lastModifiedBy>
  <cp:revision>1</cp:revision>
  <dcterms:created xsi:type="dcterms:W3CDTF">2025-11-22T13:47:20Z</dcterms:created>
  <dcterms:modified xsi:type="dcterms:W3CDTF">2025-11-22T13:47:20Z</dcterms:modified>
</cp:coreProperties>
</file>